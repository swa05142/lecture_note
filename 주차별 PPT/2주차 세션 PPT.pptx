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0" r:id="rId3"/>
    <p:sldId id="287" r:id="rId4"/>
    <p:sldId id="261" r:id="rId5"/>
    <p:sldId id="264" r:id="rId6"/>
    <p:sldId id="259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5ebb30c7fceab53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5" autoAdjust="0"/>
    <p:restoredTop sz="94660"/>
  </p:normalViewPr>
  <p:slideViewPr>
    <p:cSldViewPr>
      <p:cViewPr varScale="1">
        <p:scale>
          <a:sx n="82" d="100"/>
          <a:sy n="82" d="100"/>
        </p:scale>
        <p:origin x="164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2021-04-11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1660" y="1182248"/>
            <a:ext cx="61206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spc="-150" dirty="0">
                <a:solidFill>
                  <a:schemeClr val="bg1"/>
                </a:solidFill>
              </a:rPr>
              <a:t>2021</a:t>
            </a:r>
            <a:r>
              <a:rPr lang="ko-KR" altLang="en-US" sz="4400" b="1" spc="-150" dirty="0">
                <a:solidFill>
                  <a:schemeClr val="bg1"/>
                </a:solidFill>
              </a:rPr>
              <a:t>년 멋쟁이 사자처럼</a:t>
            </a:r>
            <a:endParaRPr lang="en-US" altLang="ko-KR" sz="4400" b="1" spc="-150" dirty="0">
              <a:solidFill>
                <a:schemeClr val="bg1"/>
              </a:solidFill>
            </a:endParaRPr>
          </a:p>
          <a:p>
            <a:pPr algn="ctr"/>
            <a:r>
              <a:rPr lang="en-US" altLang="ko-KR" sz="4400" b="1" spc="-150" dirty="0">
                <a:solidFill>
                  <a:schemeClr val="bg1"/>
                </a:solidFill>
              </a:rPr>
              <a:t>2</a:t>
            </a:r>
            <a:r>
              <a:rPr lang="ko-KR" altLang="en-US" sz="4400" b="1" spc="-150" dirty="0">
                <a:solidFill>
                  <a:schemeClr val="bg1"/>
                </a:solidFill>
              </a:rPr>
              <a:t>주차 세션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FF80D-5609-402E-938F-7A7F0CC1C655}"/>
              </a:ext>
            </a:extLst>
          </p:cNvPr>
          <p:cNvSpPr txBox="1"/>
          <p:nvPr/>
        </p:nvSpPr>
        <p:spPr>
          <a:xfrm>
            <a:off x="1511660" y="4220684"/>
            <a:ext cx="6120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pc="-150" dirty="0">
                <a:solidFill>
                  <a:schemeClr val="bg1"/>
                </a:solidFill>
              </a:rPr>
              <a:t>시작 전에 과제 </a:t>
            </a:r>
            <a:r>
              <a:rPr lang="en-US" altLang="ko-KR" sz="2800" b="1" spc="-150" dirty="0">
                <a:solidFill>
                  <a:schemeClr val="bg1"/>
                </a:solidFill>
              </a:rPr>
              <a:t>HTML </a:t>
            </a:r>
            <a:r>
              <a:rPr lang="ko-KR" altLang="en-US" sz="2800" b="1" spc="-150" dirty="0">
                <a:solidFill>
                  <a:schemeClr val="bg1"/>
                </a:solidFill>
              </a:rPr>
              <a:t>파일과 </a:t>
            </a:r>
            <a:endParaRPr lang="en-US" altLang="ko-KR" sz="2800" b="1" spc="-150" dirty="0">
              <a:solidFill>
                <a:schemeClr val="bg1"/>
              </a:solidFill>
            </a:endParaRPr>
          </a:p>
          <a:p>
            <a:pPr algn="ctr"/>
            <a:r>
              <a:rPr lang="ko-KR" altLang="en-US" sz="2800" b="1" spc="-150" dirty="0">
                <a:solidFill>
                  <a:schemeClr val="bg1"/>
                </a:solidFill>
              </a:rPr>
              <a:t>홈페이지를 미리 열어주세요</a:t>
            </a:r>
            <a:r>
              <a:rPr lang="en-US" altLang="ko-KR" sz="2800" b="1" spc="-150" dirty="0">
                <a:solidFill>
                  <a:schemeClr val="bg1"/>
                </a:solidFill>
              </a:rPr>
              <a:t>!</a:t>
            </a:r>
            <a:endParaRPr lang="ko-KR" altLang="en-US" sz="2800" b="1" spc="-1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123728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323528" y="5486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CONTENTS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13095" y="1772816"/>
            <a:ext cx="49791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01    02    03  </a:t>
            </a:r>
            <a:endParaRPr lang="ko-KR" altLang="en-US" sz="5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1" name="직선 연결선 10"/>
          <p:cNvCxnSpPr>
            <a:cxnSpLocks/>
          </p:cNvCxnSpPr>
          <p:nvPr/>
        </p:nvCxnSpPr>
        <p:spPr>
          <a:xfrm>
            <a:off x="2257111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cxnSpLocks/>
          </p:cNvCxnSpPr>
          <p:nvPr/>
        </p:nvCxnSpPr>
        <p:spPr>
          <a:xfrm>
            <a:off x="3923928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cxnSpLocks/>
          </p:cNvCxnSpPr>
          <p:nvPr/>
        </p:nvCxnSpPr>
        <p:spPr>
          <a:xfrm>
            <a:off x="5652120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13095" y="4118592"/>
            <a:ext cx="1368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spc="-150" dirty="0"/>
              <a:t>금주의 과제</a:t>
            </a:r>
            <a:endParaRPr lang="en-US" altLang="ko-KR" sz="1500" b="1" spc="-150" dirty="0"/>
          </a:p>
          <a:p>
            <a:pPr algn="ctr"/>
            <a:r>
              <a:rPr lang="ko-KR" altLang="en-US" sz="1500" b="1" spc="-150" dirty="0"/>
              <a:t>발표 및 </a:t>
            </a:r>
            <a:r>
              <a:rPr lang="en-US" altLang="ko-KR" sz="1500" b="1" spc="-150" dirty="0" err="1"/>
              <a:t>QnA</a:t>
            </a:r>
            <a:endParaRPr lang="ko-KR" altLang="en-US" sz="1500" b="1" spc="-150" dirty="0"/>
          </a:p>
        </p:txBody>
      </p:sp>
      <p:sp>
        <p:nvSpPr>
          <p:cNvPr id="19" name="직사각형 18"/>
          <p:cNvSpPr/>
          <p:nvPr/>
        </p:nvSpPr>
        <p:spPr>
          <a:xfrm>
            <a:off x="3851920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0" name="직사각형 19"/>
          <p:cNvSpPr/>
          <p:nvPr/>
        </p:nvSpPr>
        <p:spPr>
          <a:xfrm>
            <a:off x="5580112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23" name="TextBox 22"/>
          <p:cNvSpPr txBox="1"/>
          <p:nvPr/>
        </p:nvSpPr>
        <p:spPr>
          <a:xfrm>
            <a:off x="3851920" y="4122748"/>
            <a:ext cx="1368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spc="-150" dirty="0"/>
              <a:t>멘토님의 </a:t>
            </a:r>
            <a:endParaRPr lang="en-US" altLang="ko-KR" sz="1500" b="1" spc="-150" dirty="0"/>
          </a:p>
          <a:p>
            <a:pPr algn="ctr"/>
            <a:r>
              <a:rPr lang="en-US" altLang="ko-KR" sz="1500" b="1" spc="-150" dirty="0"/>
              <a:t>Git </a:t>
            </a:r>
            <a:r>
              <a:rPr lang="ko-KR" altLang="en-US" sz="1500" b="1" spc="-150" dirty="0"/>
              <a:t>강의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0112" y="4118591"/>
            <a:ext cx="13681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spc="-150" dirty="0"/>
              <a:t>다음주 세션</a:t>
            </a:r>
            <a:endParaRPr lang="en-US" altLang="ko-KR" sz="1500" b="1" spc="-150" dirty="0"/>
          </a:p>
          <a:p>
            <a:pPr algn="ctr"/>
            <a:r>
              <a:rPr lang="ko-KR" altLang="en-US" sz="1500" b="1" spc="-150" dirty="0"/>
              <a:t>시간 정하기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21442" y="271681"/>
            <a:ext cx="8931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집행부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D63EF5-7E98-44BA-A385-681D0D59C897}"/>
              </a:ext>
            </a:extLst>
          </p:cNvPr>
          <p:cNvSpPr txBox="1"/>
          <p:nvPr/>
        </p:nvSpPr>
        <p:spPr>
          <a:xfrm>
            <a:off x="1403648" y="3068964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금주의 과제 발표 및 </a:t>
            </a:r>
            <a:r>
              <a:rPr lang="en-US" altLang="ko-KR" sz="2800" b="1" dirty="0" err="1"/>
              <a:t>QnA</a:t>
            </a:r>
            <a:endParaRPr lang="ko-KR" altLang="en-US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36484" y="271681"/>
            <a:ext cx="10631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회비 사용 내역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1F5E7-73BC-457A-9317-17A134727558}"/>
              </a:ext>
            </a:extLst>
          </p:cNvPr>
          <p:cNvSpPr txBox="1"/>
          <p:nvPr/>
        </p:nvSpPr>
        <p:spPr>
          <a:xfrm>
            <a:off x="1403648" y="3347410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멘토님의 </a:t>
            </a:r>
            <a:r>
              <a:rPr lang="en-US" altLang="ko-KR" sz="2800" b="1" dirty="0"/>
              <a:t>Git </a:t>
            </a:r>
            <a:r>
              <a:rPr lang="ko-KR" altLang="en-US" sz="2800" b="1" dirty="0"/>
              <a:t>강의</a:t>
            </a:r>
            <a:r>
              <a:rPr lang="en-US" altLang="ko-KR" sz="2800" b="1" dirty="0"/>
              <a:t>!</a:t>
            </a:r>
            <a:endParaRPr lang="ko-KR" altLang="en-US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03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86177" y="271681"/>
            <a:ext cx="9637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spc="-150" dirty="0">
                <a:solidFill>
                  <a:schemeClr val="bg1"/>
                </a:solidFill>
              </a:rPr>
              <a:t>2</a:t>
            </a:r>
            <a:r>
              <a:rPr lang="ko-KR" altLang="en-US" sz="1200" b="1" spc="-150" dirty="0">
                <a:solidFill>
                  <a:schemeClr val="bg1"/>
                </a:solidFill>
              </a:rPr>
              <a:t>학기 예산안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8300C0-C83E-4C8B-85BC-34780F34A668}"/>
              </a:ext>
            </a:extLst>
          </p:cNvPr>
          <p:cNvSpPr txBox="1"/>
          <p:nvPr/>
        </p:nvSpPr>
        <p:spPr>
          <a:xfrm>
            <a:off x="1403648" y="3167390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다음주 세션 일정 잡기</a:t>
            </a:r>
            <a:r>
              <a:rPr lang="en-US" altLang="ko-KR" sz="2800" b="1" dirty="0"/>
              <a:t>!</a:t>
            </a:r>
            <a:endParaRPr lang="ko-KR" altLang="en-US" sz="2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49050" y="2607295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>
                <a:solidFill>
                  <a:schemeClr val="bg1"/>
                </a:solidFill>
              </a:rPr>
              <a:t>수고하셨습니다</a:t>
            </a:r>
            <a:r>
              <a:rPr lang="en-US" altLang="ko-KR" sz="5400" b="1" dirty="0">
                <a:solidFill>
                  <a:schemeClr val="bg1"/>
                </a:solidFill>
              </a:rPr>
              <a:t>!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131</Words>
  <Application>Microsoft Office PowerPoint</Application>
  <PresentationFormat>화면 슬라이드 쇼(4:3)</PresentationFormat>
  <Paragraphs>34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lenovo</cp:lastModifiedBy>
  <cp:revision>27</cp:revision>
  <dcterms:created xsi:type="dcterms:W3CDTF">2016-11-03T20:47:04Z</dcterms:created>
  <dcterms:modified xsi:type="dcterms:W3CDTF">2021-04-11T12:39:46Z</dcterms:modified>
</cp:coreProperties>
</file>